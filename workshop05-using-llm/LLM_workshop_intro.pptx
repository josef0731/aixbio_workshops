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0EABFB-BB58-A443-B65C-851ADF861820}" v="9" dt="2026-06-03T11:49:50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9"/>
    <p:restoredTop sz="94689"/>
  </p:normalViewPr>
  <p:slideViewPr>
    <p:cSldViewPr snapToGrid="0" showGuides="1">
      <p:cViewPr varScale="1">
        <p:scale>
          <a:sx n="138" d="100"/>
          <a:sy n="138" d="100"/>
        </p:scale>
        <p:origin x="176" y="3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ka Lasso Cabrera" userId="b897e9c7-28d5-4735-bb68-24d8e47a46b7" providerId="ADAL" clId="{D9B654E0-F71A-5B10-A95C-726146899767}"/>
    <pc:docChg chg="undo custSel addSld delSld modSld">
      <pc:chgData name="Gorka Lasso Cabrera" userId="b897e9c7-28d5-4735-bb68-24d8e47a46b7" providerId="ADAL" clId="{D9B654E0-F71A-5B10-A95C-726146899767}" dt="2026-06-03T11:51:31.513" v="514" actId="1076"/>
      <pc:docMkLst>
        <pc:docMk/>
      </pc:docMkLst>
      <pc:sldChg chg="addSp delSp modSp mod">
        <pc:chgData name="Gorka Lasso Cabrera" userId="b897e9c7-28d5-4735-bb68-24d8e47a46b7" providerId="ADAL" clId="{D9B654E0-F71A-5B10-A95C-726146899767}" dt="2026-06-03T11:39:54.585" v="422" actId="207"/>
        <pc:sldMkLst>
          <pc:docMk/>
          <pc:sldMk cId="2708887333" sldId="256"/>
        </pc:sldMkLst>
        <pc:spChg chg="mod">
          <ac:chgData name="Gorka Lasso Cabrera" userId="b897e9c7-28d5-4735-bb68-24d8e47a46b7" providerId="ADAL" clId="{D9B654E0-F71A-5B10-A95C-726146899767}" dt="2026-06-03T11:39:45.668" v="421" actId="1076"/>
          <ac:spMkLst>
            <pc:docMk/>
            <pc:sldMk cId="2708887333" sldId="256"/>
            <ac:spMk id="2" creationId="{F3E515C9-E1F1-D774-632F-696A333FAB7C}"/>
          </ac:spMkLst>
        </pc:spChg>
        <pc:spChg chg="mod">
          <ac:chgData name="Gorka Lasso Cabrera" userId="b897e9c7-28d5-4735-bb68-24d8e47a46b7" providerId="ADAL" clId="{D9B654E0-F71A-5B10-A95C-726146899767}" dt="2026-06-03T11:39:54.585" v="422" actId="207"/>
          <ac:spMkLst>
            <pc:docMk/>
            <pc:sldMk cId="2708887333" sldId="256"/>
            <ac:spMk id="3" creationId="{7C951250-B6BC-578C-6C36-C1E6CE831335}"/>
          </ac:spMkLst>
        </pc:spChg>
        <pc:spChg chg="mod">
          <ac:chgData name="Gorka Lasso Cabrera" userId="b897e9c7-28d5-4735-bb68-24d8e47a46b7" providerId="ADAL" clId="{D9B654E0-F71A-5B10-A95C-726146899767}" dt="2026-06-03T11:39:54.585" v="422" actId="207"/>
          <ac:spMkLst>
            <pc:docMk/>
            <pc:sldMk cId="2708887333" sldId="256"/>
            <ac:spMk id="5" creationId="{59547693-FC38-76CD-9172-EAFB5014CE12}"/>
          </ac:spMkLst>
        </pc:spChg>
        <pc:spChg chg="add del mod">
          <ac:chgData name="Gorka Lasso Cabrera" userId="b897e9c7-28d5-4735-bb68-24d8e47a46b7" providerId="ADAL" clId="{D9B654E0-F71A-5B10-A95C-726146899767}" dt="2026-06-03T11:38:53.534" v="409" actId="21"/>
          <ac:spMkLst>
            <pc:docMk/>
            <pc:sldMk cId="2708887333" sldId="256"/>
            <ac:spMk id="6" creationId="{EF59D634-CEA9-8AA3-83F3-D8F148D9E3DE}"/>
          </ac:spMkLst>
        </pc:spChg>
        <pc:spChg chg="add del mod">
          <ac:chgData name="Gorka Lasso Cabrera" userId="b897e9c7-28d5-4735-bb68-24d8e47a46b7" providerId="ADAL" clId="{D9B654E0-F71A-5B10-A95C-726146899767}" dt="2026-06-03T11:38:53.534" v="409" actId="21"/>
          <ac:spMkLst>
            <pc:docMk/>
            <pc:sldMk cId="2708887333" sldId="256"/>
            <ac:spMk id="7" creationId="{B95C7D68-9DCC-3C80-EA3F-761D5664731A}"/>
          </ac:spMkLst>
        </pc:spChg>
        <pc:spChg chg="add del mod">
          <ac:chgData name="Gorka Lasso Cabrera" userId="b897e9c7-28d5-4735-bb68-24d8e47a46b7" providerId="ADAL" clId="{D9B654E0-F71A-5B10-A95C-726146899767}" dt="2026-06-03T11:38:53.534" v="409" actId="21"/>
          <ac:spMkLst>
            <pc:docMk/>
            <pc:sldMk cId="2708887333" sldId="256"/>
            <ac:spMk id="8" creationId="{8500FC05-8BD5-DABD-300A-6F69F861F2B3}"/>
          </ac:spMkLst>
        </pc:spChg>
        <pc:picChg chg="mod">
          <ac:chgData name="Gorka Lasso Cabrera" userId="b897e9c7-28d5-4735-bb68-24d8e47a46b7" providerId="ADAL" clId="{D9B654E0-F71A-5B10-A95C-726146899767}" dt="2026-06-03T11:20:24.970" v="406" actId="1076"/>
          <ac:picMkLst>
            <pc:docMk/>
            <pc:sldMk cId="2708887333" sldId="256"/>
            <ac:picMk id="4" creationId="{F6CCD6D0-F189-9B1C-D65B-23B467D4D7DA}"/>
          </ac:picMkLst>
        </pc:picChg>
      </pc:sldChg>
      <pc:sldChg chg="addSp delSp modSp new mod">
        <pc:chgData name="Gorka Lasso Cabrera" userId="b897e9c7-28d5-4735-bb68-24d8e47a46b7" providerId="ADAL" clId="{D9B654E0-F71A-5B10-A95C-726146899767}" dt="2026-06-03T11:47:26.697" v="437" actId="1076"/>
        <pc:sldMkLst>
          <pc:docMk/>
          <pc:sldMk cId="632376632" sldId="257"/>
        </pc:sldMkLst>
        <pc:spChg chg="del">
          <ac:chgData name="Gorka Lasso Cabrera" userId="b897e9c7-28d5-4735-bb68-24d8e47a46b7" providerId="ADAL" clId="{D9B654E0-F71A-5B10-A95C-726146899767}" dt="2026-06-03T11:38:48.384" v="408" actId="478"/>
          <ac:spMkLst>
            <pc:docMk/>
            <pc:sldMk cId="632376632" sldId="257"/>
            <ac:spMk id="2" creationId="{978688F6-816A-705F-19CA-3E99940CFE86}"/>
          </ac:spMkLst>
        </pc:spChg>
        <pc:spChg chg="del">
          <ac:chgData name="Gorka Lasso Cabrera" userId="b897e9c7-28d5-4735-bb68-24d8e47a46b7" providerId="ADAL" clId="{D9B654E0-F71A-5B10-A95C-726146899767}" dt="2026-06-03T11:38:48.384" v="408" actId="478"/>
          <ac:spMkLst>
            <pc:docMk/>
            <pc:sldMk cId="632376632" sldId="257"/>
            <ac:spMk id="3" creationId="{5CEAD25B-61CD-3642-75F5-A24B0CF23BB2}"/>
          </ac:spMkLst>
        </pc:spChg>
        <pc:spChg chg="add mod">
          <ac:chgData name="Gorka Lasso Cabrera" userId="b897e9c7-28d5-4735-bb68-24d8e47a46b7" providerId="ADAL" clId="{D9B654E0-F71A-5B10-A95C-726146899767}" dt="2026-06-03T11:47:26.697" v="437" actId="1076"/>
          <ac:spMkLst>
            <pc:docMk/>
            <pc:sldMk cId="632376632" sldId="257"/>
            <ac:spMk id="4" creationId="{3786F9FD-B658-B79E-09C2-B5EB2D6A730A}"/>
          </ac:spMkLst>
        </pc:spChg>
        <pc:spChg chg="add mod">
          <ac:chgData name="Gorka Lasso Cabrera" userId="b897e9c7-28d5-4735-bb68-24d8e47a46b7" providerId="ADAL" clId="{D9B654E0-F71A-5B10-A95C-726146899767}" dt="2026-06-03T11:47:20.308" v="436" actId="1076"/>
          <ac:spMkLst>
            <pc:docMk/>
            <pc:sldMk cId="632376632" sldId="257"/>
            <ac:spMk id="5" creationId="{C8130944-256E-0F00-B794-E40E2011F914}"/>
          </ac:spMkLst>
        </pc:spChg>
        <pc:spChg chg="add mod">
          <ac:chgData name="Gorka Lasso Cabrera" userId="b897e9c7-28d5-4735-bb68-24d8e47a46b7" providerId="ADAL" clId="{D9B654E0-F71A-5B10-A95C-726146899767}" dt="2026-06-03T11:47:26.697" v="437" actId="1076"/>
          <ac:spMkLst>
            <pc:docMk/>
            <pc:sldMk cId="632376632" sldId="257"/>
            <ac:spMk id="6" creationId="{B86753EF-4E3D-C7AA-D174-BAFE473460C5}"/>
          </ac:spMkLst>
        </pc:spChg>
      </pc:sldChg>
      <pc:sldChg chg="addSp delSp modSp new del mod">
        <pc:chgData name="Gorka Lasso Cabrera" userId="b897e9c7-28d5-4735-bb68-24d8e47a46b7" providerId="ADAL" clId="{D9B654E0-F71A-5B10-A95C-726146899767}" dt="2026-06-03T11:20:19.161" v="405" actId="2696"/>
        <pc:sldMkLst>
          <pc:docMk/>
          <pc:sldMk cId="4253524166" sldId="257"/>
        </pc:sldMkLst>
        <pc:spChg chg="del">
          <ac:chgData name="Gorka Lasso Cabrera" userId="b897e9c7-28d5-4735-bb68-24d8e47a46b7" providerId="ADAL" clId="{D9B654E0-F71A-5B10-A95C-726146899767}" dt="2026-06-03T11:11:39.708" v="1" actId="478"/>
          <ac:spMkLst>
            <pc:docMk/>
            <pc:sldMk cId="4253524166" sldId="257"/>
            <ac:spMk id="2" creationId="{328E0CDC-17E3-E3DC-8A16-BF0C1BAF1A66}"/>
          </ac:spMkLst>
        </pc:spChg>
        <pc:spChg chg="del">
          <ac:chgData name="Gorka Lasso Cabrera" userId="b897e9c7-28d5-4735-bb68-24d8e47a46b7" providerId="ADAL" clId="{D9B654E0-F71A-5B10-A95C-726146899767}" dt="2026-06-03T11:11:39.708" v="1" actId="478"/>
          <ac:spMkLst>
            <pc:docMk/>
            <pc:sldMk cId="4253524166" sldId="257"/>
            <ac:spMk id="3" creationId="{5CB8B8D0-094F-AC1E-6D82-D88CF4BA6282}"/>
          </ac:spMkLst>
        </pc:spChg>
        <pc:spChg chg="add mod">
          <ac:chgData name="Gorka Lasso Cabrera" userId="b897e9c7-28d5-4735-bb68-24d8e47a46b7" providerId="ADAL" clId="{D9B654E0-F71A-5B10-A95C-726146899767}" dt="2026-06-03T11:12:00.366" v="29" actId="1076"/>
          <ac:spMkLst>
            <pc:docMk/>
            <pc:sldMk cId="4253524166" sldId="257"/>
            <ac:spMk id="4" creationId="{9ECB04E8-D1DC-D377-8330-96C1A263DCFF}"/>
          </ac:spMkLst>
        </pc:spChg>
        <pc:spChg chg="add mod">
          <ac:chgData name="Gorka Lasso Cabrera" userId="b897e9c7-28d5-4735-bb68-24d8e47a46b7" providerId="ADAL" clId="{D9B654E0-F71A-5B10-A95C-726146899767}" dt="2026-06-03T11:16:22.427" v="354" actId="1076"/>
          <ac:spMkLst>
            <pc:docMk/>
            <pc:sldMk cId="4253524166" sldId="257"/>
            <ac:spMk id="5" creationId="{5F0A19B9-CC19-74C0-E2EB-E4C9E1E1D704}"/>
          </ac:spMkLst>
        </pc:spChg>
      </pc:sldChg>
      <pc:sldChg chg="addSp delSp modSp new mod setBg">
        <pc:chgData name="Gorka Lasso Cabrera" userId="b897e9c7-28d5-4735-bb68-24d8e47a46b7" providerId="ADAL" clId="{D9B654E0-F71A-5B10-A95C-726146899767}" dt="2026-06-03T11:51:31.513" v="514" actId="1076"/>
        <pc:sldMkLst>
          <pc:docMk/>
          <pc:sldMk cId="2873634096" sldId="258"/>
        </pc:sldMkLst>
        <pc:spChg chg="del">
          <ac:chgData name="Gorka Lasso Cabrera" userId="b897e9c7-28d5-4735-bb68-24d8e47a46b7" providerId="ADAL" clId="{D9B654E0-F71A-5B10-A95C-726146899767}" dt="2026-06-03T11:40:37.390" v="429" actId="478"/>
          <ac:spMkLst>
            <pc:docMk/>
            <pc:sldMk cId="2873634096" sldId="258"/>
            <ac:spMk id="2" creationId="{994561F0-1331-BEDC-F2FE-4DC0F6A22C46}"/>
          </ac:spMkLst>
        </pc:spChg>
        <pc:spChg chg="del">
          <ac:chgData name="Gorka Lasso Cabrera" userId="b897e9c7-28d5-4735-bb68-24d8e47a46b7" providerId="ADAL" clId="{D9B654E0-F71A-5B10-A95C-726146899767}" dt="2026-06-03T11:40:37.390" v="429" actId="478"/>
          <ac:spMkLst>
            <pc:docMk/>
            <pc:sldMk cId="2873634096" sldId="258"/>
            <ac:spMk id="3" creationId="{617A0CC7-1F92-6A06-DBF1-DB99A97F3B90}"/>
          </ac:spMkLst>
        </pc:spChg>
        <pc:spChg chg="add mod">
          <ac:chgData name="Gorka Lasso Cabrera" userId="b897e9c7-28d5-4735-bb68-24d8e47a46b7" providerId="ADAL" clId="{D9B654E0-F71A-5B10-A95C-726146899767}" dt="2026-06-03T11:48:14.816" v="486" actId="1076"/>
          <ac:spMkLst>
            <pc:docMk/>
            <pc:sldMk cId="2873634096" sldId="258"/>
            <ac:spMk id="4" creationId="{212F73DF-F648-3973-51DB-71165E59F819}"/>
          </ac:spMkLst>
        </pc:spChg>
        <pc:spChg chg="add mod">
          <ac:chgData name="Gorka Lasso Cabrera" userId="b897e9c7-28d5-4735-bb68-24d8e47a46b7" providerId="ADAL" clId="{D9B654E0-F71A-5B10-A95C-726146899767}" dt="2026-06-03T11:51:31.513" v="514" actId="1076"/>
          <ac:spMkLst>
            <pc:docMk/>
            <pc:sldMk cId="2873634096" sldId="258"/>
            <ac:spMk id="7" creationId="{F7054788-ADB1-65D4-34AC-06F9909A7D0D}"/>
          </ac:spMkLst>
        </pc:spChg>
        <pc:spChg chg="add del">
          <ac:chgData name="Gorka Lasso Cabrera" userId="b897e9c7-28d5-4735-bb68-24d8e47a46b7" providerId="ADAL" clId="{D9B654E0-F71A-5B10-A95C-726146899767}" dt="2026-06-03T11:47:08.989" v="434" actId="26606"/>
          <ac:spMkLst>
            <pc:docMk/>
            <pc:sldMk cId="2873634096" sldId="258"/>
            <ac:spMk id="10" creationId="{D4771268-CB57-404A-9271-370EB28F6090}"/>
          </ac:spMkLst>
        </pc:spChg>
        <pc:picChg chg="add mod">
          <ac:chgData name="Gorka Lasso Cabrera" userId="b897e9c7-28d5-4735-bb68-24d8e47a46b7" providerId="ADAL" clId="{D9B654E0-F71A-5B10-A95C-726146899767}" dt="2026-06-03T11:49:58.803" v="498" actId="1076"/>
          <ac:picMkLst>
            <pc:docMk/>
            <pc:sldMk cId="2873634096" sldId="258"/>
            <ac:picMk id="5" creationId="{6927E970-D5A7-611B-3F74-CAFEF05C53FF}"/>
          </ac:picMkLst>
        </pc:picChg>
        <pc:picChg chg="add mod">
          <ac:chgData name="Gorka Lasso Cabrera" userId="b897e9c7-28d5-4735-bb68-24d8e47a46b7" providerId="ADAL" clId="{D9B654E0-F71A-5B10-A95C-726146899767}" dt="2026-06-03T11:50:25.483" v="504" actId="1076"/>
          <ac:picMkLst>
            <pc:docMk/>
            <pc:sldMk cId="2873634096" sldId="258"/>
            <ac:picMk id="6" creationId="{3B08F3A6-FC27-56A9-AD29-94FD8282E2C9}"/>
          </ac:picMkLst>
        </pc:picChg>
        <pc:picChg chg="add mod">
          <ac:chgData name="Gorka Lasso Cabrera" userId="b897e9c7-28d5-4735-bb68-24d8e47a46b7" providerId="ADAL" clId="{D9B654E0-F71A-5B10-A95C-726146899767}" dt="2026-06-03T11:50:23.873" v="503" actId="1076"/>
          <ac:picMkLst>
            <pc:docMk/>
            <pc:sldMk cId="2873634096" sldId="258"/>
            <ac:picMk id="8" creationId="{5AC0A60B-F42E-79EC-401E-0636FB8A0CC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61E3B-8BD8-0640-8209-F63B5B7B8F66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A365D-C43A-E145-BD3F-4F902FC49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7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A365D-C43A-E145-BD3F-4F902FC49F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9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13F3-7447-1C5E-FB08-2F377A435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126E7-1934-1009-B5C5-42F5433A7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CFCAF-566F-D010-1827-607F96821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ADCF4-293B-B9FA-B91D-F59A7935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A2FAD-BC11-7C05-D5BE-34454CCE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03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5D86-E81F-0B7B-3D62-A484EDD8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FC3F-EF95-2579-E9EB-EC8A36366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97C3C-4F95-9489-F89D-135EE8C4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81CB9-FF64-05F7-F4B9-5C291F60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628D8-3333-3E99-16A9-6E5BC5C1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30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D57F-E904-B880-A90F-41FC88A4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F48C7-DB1B-9FD6-697F-992353863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2AFDD-58EE-6596-8B6A-96A0734E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88ED0-0278-C1D5-3ED8-5A1AEF82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295A2-B2A2-E964-40CA-FFE6038D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3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FCE5-1C5A-C99C-E650-01D44648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9216-72A4-C8DC-36A5-B533AE4E1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04CB8-275E-4E64-D370-E1BAF21B5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A1D38-B130-6D75-1096-2F417E0E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499B1-CE80-CEBF-0D3D-2E064DB6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38360-0285-147C-41C9-BD6F5C2FD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3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905F-C025-C4E4-B946-51270AA8E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06B6A-6660-43AB-E6F1-875AF1AD4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369F0-AEC5-860C-CE26-3352BAC6D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6CA2A-2962-921B-45CB-30E021E3B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14C9E-7630-7839-28A6-77A46C561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D9AA3D-DA57-D2B4-0400-E3782786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E1296C-0B46-8817-1CB3-31B4D140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8F407-478F-449B-4F2F-F406C0B4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0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7872-C74E-1AE1-4148-4AE8C9AB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E0242-5A72-2A41-B2A9-6AF958CF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3BBED-7EFD-1690-BF0F-891380CF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81DF4-2C01-9AE5-DF75-11ED2826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5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1A98B0-A741-70D1-707E-0D85BF09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DAB5F-6174-EA1D-6170-958F4E2C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0E60B-1910-8C92-9657-A298F0AA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6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2504-24AB-6423-A2EE-8B5A1198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97AF-CC6E-08B2-1F3F-30B4AB1B1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31758-8EA9-F0AF-2DC4-72CF84CE4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27224-DDBD-EC43-0067-2B442C99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163FA-0C2F-8B38-732B-4CA86C66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7F15A-2611-B31C-49A9-55434C42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5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86D4-409F-4AD4-2916-AE47F6F8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4B6A97-FA23-5ADE-6A8B-A442E0074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7D8BF-5FA1-353D-F18E-74477588E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F6E2D-ECE8-5B8A-05F4-630BE484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6186D-2181-6A00-6923-40694C49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55C74-D0BE-7B82-85D4-BEAB99263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8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907C-BAD6-18FF-CD5B-D90761F2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3F9C6-6F27-770F-FC4C-1F68B6FCC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A56E1-8C57-E2FF-2F61-6CEDB3D0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EF088-6248-803B-FA20-F70C425C5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9A621-6839-0B13-3778-83783C75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6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BA194A-6A89-B857-9A34-0D4BC9385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D3282-D37E-D69F-0722-DD508398B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2464-642B-BF89-CD7F-064ACB65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CF69-CE78-0FE1-EE89-5E40D8434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145B8-B5AC-6443-806A-058CAAE0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1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96A363-6F94-3ABA-3645-5ED7DB6D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647BE-6AD7-C03F-4B7F-537D60B77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8B2-B0E2-C10A-A1E5-4E065BD5C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859CC-D3FF-3E4B-BDA2-EDEA29612D6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04EDA-407E-050E-A4AD-4F4658469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FBDC3-59D5-2497-7F72-16841B740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1E732-2B9C-8E4C-A494-D185CBDF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1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15C9-E1F1-D774-632F-696A333FA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233" y="2000727"/>
            <a:ext cx="10887531" cy="778576"/>
          </a:xfrm>
        </p:spPr>
        <p:txBody>
          <a:bodyPr>
            <a:normAutofit/>
          </a:bodyPr>
          <a:lstStyle/>
          <a:p>
            <a:r>
              <a:rPr lang="en-US" sz="4400" dirty="0"/>
              <a:t>AI for </a:t>
            </a:r>
            <a:r>
              <a:rPr lang="en-US" sz="4400" dirty="0" err="1"/>
              <a:t>Bioscientists</a:t>
            </a:r>
            <a:r>
              <a:rPr lang="en-US" sz="4400" dirty="0"/>
              <a:t>, Hands-on Workshops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51250-B6BC-578C-6C36-C1E6CE831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5365" y="3724519"/>
            <a:ext cx="9144000" cy="77857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Using Biological Large Language Models</a:t>
            </a:r>
          </a:p>
        </p:txBody>
      </p:sp>
      <p:pic>
        <p:nvPicPr>
          <p:cNvPr id="4" name="Picture 3" descr="A close-up of a keyboard&#10;&#10;AI-generated content may be incorrect.">
            <a:extLst>
              <a:ext uri="{FF2B5EF4-FFF2-40B4-BE49-F238E27FC236}">
                <a16:creationId xmlns:a16="http://schemas.microsoft.com/office/drawing/2014/main" id="{F6CCD6D0-F189-9B1C-D65B-23B467D4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393" y="330502"/>
            <a:ext cx="2415116" cy="1242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547693-FC38-76CD-9172-EAFB5014CE12}"/>
              </a:ext>
            </a:extLst>
          </p:cNvPr>
          <p:cNvSpPr txBox="1"/>
          <p:nvPr/>
        </p:nvSpPr>
        <p:spPr>
          <a:xfrm>
            <a:off x="1601275" y="4707256"/>
            <a:ext cx="8989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Andreas </a:t>
            </a:r>
            <a:r>
              <a:rPr lang="en-US" sz="2400" dirty="0" err="1">
                <a:solidFill>
                  <a:schemeClr val="accent1"/>
                </a:solidFill>
              </a:rPr>
              <a:t>Tiffeau</a:t>
            </a:r>
            <a:r>
              <a:rPr lang="en-US" sz="2400" dirty="0">
                <a:solidFill>
                  <a:schemeClr val="accent1"/>
                </a:solidFill>
              </a:rPr>
              <a:t>-Mayer, Antonio Matas Gil &amp; Lucia </a:t>
            </a:r>
            <a:r>
              <a:rPr lang="en-US" sz="2400" dirty="0" err="1">
                <a:solidFill>
                  <a:schemeClr val="accent1"/>
                </a:solidFill>
              </a:rPr>
              <a:t>Guillamet</a:t>
            </a:r>
            <a:r>
              <a:rPr lang="en-US" sz="2400" dirty="0">
                <a:solidFill>
                  <a:schemeClr val="accent1"/>
                </a:solidFill>
              </a:rPr>
              <a:t> Garcia</a:t>
            </a:r>
          </a:p>
        </p:txBody>
      </p:sp>
    </p:spTree>
    <p:extLst>
      <p:ext uri="{BB962C8B-B14F-4D97-AF65-F5344CB8AC3E}">
        <p14:creationId xmlns:p14="http://schemas.microsoft.com/office/powerpoint/2010/main" val="2708887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86F9FD-B658-B79E-09C2-B5EB2D6A730A}"/>
              </a:ext>
            </a:extLst>
          </p:cNvPr>
          <p:cNvSpPr/>
          <p:nvPr/>
        </p:nvSpPr>
        <p:spPr>
          <a:xfrm>
            <a:off x="86958" y="2100636"/>
            <a:ext cx="12018081" cy="2729753"/>
          </a:xfrm>
          <a:prstGeom prst="roundRect">
            <a:avLst>
              <a:gd name="adj" fmla="val 36745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30944-256E-0F00-B794-E40E2011F914}"/>
              </a:ext>
            </a:extLst>
          </p:cNvPr>
          <p:cNvSpPr txBox="1"/>
          <p:nvPr/>
        </p:nvSpPr>
        <p:spPr>
          <a:xfrm>
            <a:off x="3364514" y="661531"/>
            <a:ext cx="54629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Upcoming workshops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753EF-4E3D-C7AA-D174-BAFE473460C5}"/>
              </a:ext>
            </a:extLst>
          </p:cNvPr>
          <p:cNvSpPr txBox="1"/>
          <p:nvPr/>
        </p:nvSpPr>
        <p:spPr>
          <a:xfrm>
            <a:off x="656472" y="2287366"/>
            <a:ext cx="11208709" cy="2255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June 10</a:t>
            </a:r>
            <a:r>
              <a:rPr lang="en-US" sz="2400" baseline="30000" dirty="0"/>
              <a:t>th</a:t>
            </a:r>
            <a:r>
              <a:rPr lang="en-US" sz="2400" dirty="0"/>
              <a:t>:  AI for protein design (Registration closed)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June 24</a:t>
            </a:r>
            <a:r>
              <a:rPr lang="en-US" sz="2400" baseline="30000" dirty="0"/>
              <a:t>th</a:t>
            </a:r>
            <a:r>
              <a:rPr lang="en-US" sz="2400" dirty="0"/>
              <a:t> : AI for transcriptomics (Registration not yet open)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July 1</a:t>
            </a:r>
            <a:r>
              <a:rPr lang="en-US" sz="2400" baseline="30000" dirty="0"/>
              <a:t>st</a:t>
            </a:r>
            <a:r>
              <a:rPr lang="en-US" sz="2400" dirty="0"/>
              <a:t> : Large-scale structure comparison with </a:t>
            </a:r>
            <a:r>
              <a:rPr lang="en-US" sz="2400" dirty="0" err="1"/>
              <a:t>FoldSeek</a:t>
            </a:r>
            <a:r>
              <a:rPr lang="en-US" sz="2400" dirty="0"/>
              <a:t> (Registration not yet open)</a:t>
            </a:r>
          </a:p>
        </p:txBody>
      </p:sp>
    </p:spTree>
    <p:extLst>
      <p:ext uri="{BB962C8B-B14F-4D97-AF65-F5344CB8AC3E}">
        <p14:creationId xmlns:p14="http://schemas.microsoft.com/office/powerpoint/2010/main" val="63237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2F73DF-F648-3973-51DB-71165E59F819}"/>
              </a:ext>
            </a:extLst>
          </p:cNvPr>
          <p:cNvSpPr txBox="1"/>
          <p:nvPr/>
        </p:nvSpPr>
        <p:spPr>
          <a:xfrm>
            <a:off x="2048449" y="637310"/>
            <a:ext cx="80951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What you need for this workshop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7E970-D5A7-611B-3F74-CAFEF05C5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2310968"/>
            <a:ext cx="2438400" cy="1828800"/>
          </a:xfrm>
          <a:prstGeom prst="rect">
            <a:avLst/>
          </a:prstGeom>
        </p:spPr>
      </p:pic>
      <p:pic>
        <p:nvPicPr>
          <p:cNvPr id="6" name="Picture 5" descr="Computer laptop cartoon illustration icon with empty lcd panel 6895992  Vector Art at Vecteezy">
            <a:extLst>
              <a:ext uri="{FF2B5EF4-FFF2-40B4-BE49-F238E27FC236}">
                <a16:creationId xmlns:a16="http://schemas.microsoft.com/office/drawing/2014/main" id="{3B08F3A6-FC27-56A9-AD29-94FD8282E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049" y="2532051"/>
            <a:ext cx="2161308" cy="17592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054788-ADB1-65D4-34AC-06F9909A7D0D}"/>
              </a:ext>
            </a:extLst>
          </p:cNvPr>
          <p:cNvSpPr txBox="1"/>
          <p:nvPr/>
        </p:nvSpPr>
        <p:spPr>
          <a:xfrm>
            <a:off x="91247" y="5851310"/>
            <a:ext cx="1200950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https://</a:t>
            </a:r>
            <a:r>
              <a:rPr lang="en-US" sz="2600" dirty="0" err="1"/>
              <a:t>github.com</a:t>
            </a:r>
            <a:r>
              <a:rPr lang="en-US" sz="2600" dirty="0"/>
              <a:t>/josef0731/</a:t>
            </a:r>
            <a:r>
              <a:rPr lang="en-US" sz="2600" dirty="0" err="1"/>
              <a:t>AIxBio_Workshops</a:t>
            </a:r>
            <a:r>
              <a:rPr lang="en-US" sz="2600" dirty="0"/>
              <a:t>/tree/main/workshop05-using-llm</a:t>
            </a:r>
          </a:p>
        </p:txBody>
      </p:sp>
      <p:pic>
        <p:nvPicPr>
          <p:cNvPr id="8" name="Picture 7" descr="Unlocking the Power of GitHub: A ...">
            <a:extLst>
              <a:ext uri="{FF2B5EF4-FFF2-40B4-BE49-F238E27FC236}">
                <a16:creationId xmlns:a16="http://schemas.microsoft.com/office/drawing/2014/main" id="{5AC0A60B-F42E-79EC-401E-0636FB8A0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252" y="2806251"/>
            <a:ext cx="3370171" cy="124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34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84</Words>
  <Application>Microsoft Macintosh PowerPoint</Application>
  <PresentationFormat>Widescreen</PresentationFormat>
  <Paragraphs>11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AI for Bioscientists, Hands-on Workshops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Gorka Lasso</dc:creator>
  <cp:lastModifiedBy>Gorka Lasso</cp:lastModifiedBy>
  <cp:revision>1</cp:revision>
  <dcterms:created xsi:type="dcterms:W3CDTF">2026-06-03T11:06:22Z</dcterms:created>
  <dcterms:modified xsi:type="dcterms:W3CDTF">2026-06-03T11:51:39Z</dcterms:modified>
</cp:coreProperties>
</file>